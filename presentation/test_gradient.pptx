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0">
            <a:gsLst>
              <a:gs pos="0">
                <a:srgbClr val="1B4332"/>
              </a:gs>
              <a:gs pos="50000">
                <a:srgbClr val="2D6A4F"/>
              </a:gs>
              <a:gs pos="100000">
                <a:srgbClr val="40916C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3657600" cy="1828800"/>
          </a:xfrm>
          <a:prstGeom prst="round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0" y="91440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40000" dist="20000" dir="5400000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